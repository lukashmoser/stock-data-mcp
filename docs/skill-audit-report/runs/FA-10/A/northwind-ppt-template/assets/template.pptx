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 A</c:v>
                  </c:pt>
                  <c:pt idx="1">
                    <c:v>Category B</c:v>
                  </c:pt>
                  <c:pt idx="2">
                    <c:v>Category C</c:v>
                  </c:pt>
                  <c:pt idx="3">
                    <c:v>Category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19456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Click to add presentation title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Click to add subtitle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Section Header">
    <p:bg>
      <p:bgPr>
        <a:solidFill>
          <a:srgbClr val="3A42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C9CED6"/>
                </a:solidFill>
              </a:rPr>
              <a:t>00</a:t>
            </a:r>
            <a:endParaRPr lang="en-US" sz="2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26060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Click to add 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1127455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318504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chart" hasCustomPrompt="1"/>
          </p:nvPr>
        </p:nvSpPr>
        <p:spPr>
          <a:xfrm>
            <a:off x="457200" y="1874520"/>
            <a:ext cx="1127455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Click icon to add chart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i="1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Source: click to add source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Disclaimer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Click to add title</a:t>
            </a:r>
            <a:endParaRPr lang="en-US" sz="2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737360"/>
            <a:ext cx="11274552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Click to add disclaimer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194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Subtitle  |  Date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CED6"/>
                </a:solidFill>
              </a:rPr>
              <a:t>01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874520"/>
            <a:ext cx="11274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First-level point</a:t>
            </a:r>
            <a:endParaRPr lang="en-US" sz="1600" dirty="0"/>
          </a:p>
          <a:p>
            <a:pPr algn="l"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Second-level point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First-level point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874520"/>
            <a:ext cx="54132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Left column heading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Point one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Point two</a:t>
            </a:r>
            <a:endParaRPr lang="en-US" sz="16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318504" y="1874520"/>
            <a:ext cx="54132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Right column heading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Point one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Point two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Chart Title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>
            <p:ph idx="103" type="chart" hasCustomPrompt="1"/>
          </p:nvPr>
        </p:nvGraphicFramePr>
        <p:xfrm>
          <a:off x="457200" y="1874520"/>
          <a:ext cx="11274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2"/>
          <p:cNvSpPr/>
          <p:nvPr>
            <p:ph idx="104" type="body" hasCustomPrompt="1"/>
          </p:nvPr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Source: placeholder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Important Disclosures</a:t>
            </a:r>
            <a:endParaRPr lang="en-US" sz="2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737360"/>
            <a:ext cx="112745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Analyst certification</a:t>
            </a:r>
            <a:endParaRPr lang="en-US" sz="1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Placeholder disclaimer text. This paragraph stands in for the firm's legal disclosures, analyst certifications, conflicts of interest statements and distribution restrictions. Replace with approved wording before use.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Conflicts of interest</a:t>
            </a:r>
            <a:endParaRPr lang="en-US" sz="1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Placeholder disclaimer text. This paragraph stands in for the firm's legal disclosures, analyst certifications, conflicts of interest statements and distribution restrictions. Replace with approved wording before use.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Distribution</a:t>
            </a:r>
            <a:endParaRPr lang="en-US" sz="1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Placeholder disclaimer text. This paragraph stands in for the firm's legal disclosures, analyst certifications, conflicts of interest statements and distribution restrictions. Replace with approved wording before use.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wind Research">
  <a:themeElements>
    <a:clrScheme name="Northwind Research">
      <a:dk1>
        <a:srgbClr val="1F2A44"/>
      </a:dk1>
      <a:lt1>
        <a:srgbClr val="FFFFFF"/>
      </a:lt1>
      <a:dk2>
        <a:srgbClr val="3A4255"/>
      </a:dk2>
      <a:lt2>
        <a:srgbClr val="EEF0F3"/>
      </a:lt2>
      <a:accent1>
        <a:srgbClr val="1F2A44"/>
      </a:accent1>
      <a:accent2>
        <a:srgbClr val="6B7280"/>
      </a:accent2>
      <a:accent3>
        <a:srgbClr val="9CA3AF"/>
      </a:accent3>
      <a:accent4>
        <a:srgbClr val="4A5A7A"/>
      </a:accent4>
      <a:accent5>
        <a:srgbClr val="C9CED6"/>
      </a:accent5>
      <a:accent6>
        <a:srgbClr val="2E3B5E"/>
      </a:accent6>
      <a:hlink>
        <a:srgbClr val="1F2A44"/>
      </a:hlink>
      <a:folHlink>
        <a:srgbClr val="6B7280"/>
      </a:folHlink>
    </a:clrScheme>
    <a:fontScheme name="Northwind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Northwind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Research Template</dc:title>
  <dc:subject>PptxGenJS Presentation</dc:subject>
  <dc:creator>Northwind Research</dc:creator>
  <cp:lastModifiedBy>Northwind Research</cp:lastModifiedBy>
  <cp:revision>1</cp:revision>
  <dcterms:created xsi:type="dcterms:W3CDTF">2026-10-14T03:55:14Z</dcterms:created>
  <dcterms:modified xsi:type="dcterms:W3CDTF">2026-10-14T03:55:14Z</dcterms:modified>
</cp:coreProperties>
</file>