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2B4C"/>
                </a:solidFill>
              </a:defRPr>
            </a:pPr>
            <a:r>
              <a:t>Meta in Digital Advertising: Competitive Landscape</a:t>
            </a:r>
          </a:p>
          <a:p>
            <a:pPr>
              <a:defRPr sz="1300">
                <a:solidFill>
                  <a:srgbClr val="555F6B"/>
                </a:solidFill>
              </a:defRPr>
            </a:pPr>
            <a:r>
              <a:t>Meta vs Alphabet (Google ads), Amazon (ads), Reddit and ByteDance/TikTok | Data through 2026-06-30 quarter; as of 2026-10-14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42B4C"/>
                </a:solidFill>
              </a:defRPr>
            </a:pPr>
            <a:r>
              <a:t>Bottom line</a:t>
            </a: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  <a:r>
              <a:t>Meta is the #2 ad platform globally (TTM ad revenue USD 222,607M) and the fastest-growing at scale: TTM revenue +27.7%, Q2 2026 +28.0%, versus Google advertising +14.0%.</a:t>
            </a: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  <a:r>
              <a:t>AI ranking (Advantage+ run-rate &gt;USD 75B; Generative Recommender) is converting into both more impressions (+14%) and higher prices (+12%) in Q2 2026 - a rare combination.</a:t>
            </a: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  <a:r>
              <a:t>Main threats: ByteDance/TikTok for attention and commerce video; Amazon for closed-loop, purchase-verified measurement; Google's AI Mode for intent capture. Reddit is a fast-growing niche, not a scale threat.</a:t>
            </a:r>
          </a:p>
          <a:p>
            <a:pPr>
              <a:spcAft>
                <a:spcPts val="600"/>
              </a:spcAft>
              <a:defRPr sz="1400" b="0">
                <a:solidFill>
                  <a:srgbClr val="222222"/>
                </a:solidFill>
              </a:defRPr>
            </a:pPr>
            <a:r>
              <a:t>Key risk is cost, not demand: R&amp;D at 31.4% of TTM revenue and 2026 capex guidance of USD 130-145B compress margins and FCF while the payoff is still proving 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F6B"/>
                </a:solidFill>
              </a:defRPr>
            </a:pPr>
            <a:r>
              <a:t>Sources: company 10-Q/8-K filings (SEC EDGAR), press releases, Reuters via whbl.com, Sacra, eMarketer. TTM = Q3 2025 to Q2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2B4C"/>
                </a:solidFill>
              </a:defRPr>
            </a:pPr>
            <a:r>
              <a:t>Market scale: five ad platforms, three business models</a:t>
            </a:r>
          </a:p>
          <a:p>
            <a:pPr>
              <a:defRPr sz="1300">
                <a:solidFill>
                  <a:srgbClr val="555F6B"/>
                </a:solidFill>
              </a:defRPr>
            </a:pPr>
            <a:r>
              <a:t>TTM advertising revenue (USD billions)</a:t>
            </a:r>
          </a:p>
        </p:txBody>
      </p:sp>
      <p:pic>
        <p:nvPicPr>
          <p:cNvPr id="3" name="Picture 2" descr="ad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583680" cy="3703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42B4C"/>
                </a:solidFill>
              </a:defRPr>
            </a:pPr>
            <a:r>
              <a:t>Model archetypes</a:t>
            </a:r>
          </a:p>
          <a:p>
            <a:pPr>
              <a:spcAft>
                <a:spcPts val="600"/>
              </a:spcAft>
              <a:defRPr sz="1300" b="0">
                <a:solidFill>
                  <a:srgbClr val="222222"/>
                </a:solidFill>
              </a:defRPr>
            </a:pPr>
            <a:r>
              <a:t>Intent (Alphabet): search query = explicit demand; highest-margin format, now being re-plumbed for AI answers.</a:t>
            </a:r>
          </a:p>
          <a:p>
            <a:pPr>
              <a:spcAft>
                <a:spcPts val="600"/>
              </a:spcAft>
              <a:defRPr sz="1300" b="0">
                <a:solidFill>
                  <a:srgbClr val="222222"/>
                </a:solidFill>
              </a:defRPr>
            </a:pPr>
            <a:r>
              <a:t>Discovery / social graph (Meta, TikTok, Reddit): demand creation in feeds; AI ranking replaces user-declared targeting.</a:t>
            </a:r>
          </a:p>
          <a:p>
            <a:pPr>
              <a:spcAft>
                <a:spcPts val="600"/>
              </a:spcAft>
              <a:defRPr sz="1300" b="0">
                <a:solidFill>
                  <a:srgbClr val="222222"/>
                </a:solidFill>
              </a:defRPr>
            </a:pPr>
            <a:r>
              <a:t>Commerce / closed loop (Amazon, TikTok Shop): ad and purchase on the same platform - best attribution.</a:t>
            </a:r>
          </a:p>
          <a:p>
            <a:pPr>
              <a:spcAft>
                <a:spcPts val="600"/>
              </a:spcAft>
              <a:defRPr sz="1300" b="0">
                <a:solidFill>
                  <a:srgbClr val="222222"/>
                </a:solidFill>
              </a:defRPr>
            </a:pPr>
            <a:r>
              <a:t>Meta is ~0.7x Alphabet's ad revenue and ~2.9x Amazon's; Reddit is ~1% of Meta.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F6B"/>
                </a:solidFill>
              </a:defRPr>
            </a:pPr>
            <a:r>
              <a:t>Alphabet = Google advertising line (Search &amp; other + YouTube ads + Network). Amazon = 'Advertising services' segment line. Meta = advertising revenue. Reddit = total revenue (~all ads). ByteDance = Sacra 2025 revenue est. USD 186B x ~60% ad share.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2B4C"/>
                </a:solidFill>
              </a:defRPr>
            </a:pPr>
            <a:r>
              <a:t>Competitive positioning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03120"/>
                <a:gridCol w="2011680"/>
                <a:gridCol w="1920240"/>
                <a:gridCol w="2011680"/>
                <a:gridCol w="1920240"/>
              </a:tblGrid>
              <a:tr h="792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Alphabet (Google ads)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Amazon ads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ByteDance / TikTok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Reddit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Core asset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3.6B daily users across FB, IG, WhatsApp, Messenger, Threads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Search intent + YouTube; Network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Shopper intent + purchase data; Prime Video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Interest graph, short video, live commerce (Douyin/TikTok Shop)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Topic communities; high-intent discussion; search referral traffic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Funnel 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Full-funnel, strongest mid/lower (performance, app, CTW)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Lower funnel (search) + upper (YouTube CTV)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Lowest funnel (sponsored products) + CTV/DSP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Upper/mid funnel moving to lower via Shop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Mid funnel; consideration, research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Advertiser base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Millions of SMBs + large brands; global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Broadest; agencies and SMB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Endemic brands/sellers; growing non-endemic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D2C, apps, e-commerce sellers, brands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Active advertisers +70% y/y; SMB push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Moat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Scale of first-party engagement data + AI ranking + compute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Query intent, Android/Chrome distribution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Closed-loop sales attribution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Engagement intensity; recommendation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Unique UGC corpus (also licensed to AI labs)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Key vulnerability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Capex/opex intensity; regulation (EU, youth safety, legal charges)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AI answers reduce clicks; antitrust remedies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Ad load vs shopper experience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US JV governance (ByteDance 19.9%); geopolitics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Dependence on Google search traffic; scale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F6B"/>
                </a:solidFill>
              </a:defRPr>
            </a:pPr>
            <a:r>
              <a:t>Sources: Meta Q2 2026 call (DAP 3.6B); Reddit Q2 2026 call; eMarketer 2025-12-19 on TikTok US JV structure; analyst synthesis.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2B4C"/>
                </a:solidFill>
              </a:defRPr>
            </a:pPr>
            <a:r>
              <a:t>Ad formats and audiences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931920"/>
                <a:gridCol w="2926080"/>
                <a:gridCol w="3291840"/>
              </a:tblGrid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Primary formats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Audience / reach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Recent product moves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Feed, Stories, Reels, click-to-message (WhatsApp/Messenger), Threads ads, Advantage+ automated campaigns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3.6B DAP (Q2 2026); broad global demographics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Generative Recommender; Advantage+ &gt;USD 75B run-rate; WhatsApp/Threads monetization ramp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Alphabet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Search text/shopping, Performance Max, AI Max, YouTube (Shorts, CTV), Display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Search near-universal; AI Mode &gt;1B MAU (company claim)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AI Max GA (Apr 2026); ads in AI Overviews/AI 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Amazon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Sponsored Products/Brands/Display, Amazon DSP, Prime Video ads, Twitch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Prime members; shoppers at point of purchase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Ads Agent expanded to 11 more countries; claims 6% lower CPA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ByteDance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In-feed video, TopView, Spark Ads, Smart+ (automated), Live/Shop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TikTok &gt;1B users ex-China; Douyin in China; young skew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US JV closed 2026-01-22; Symphony gen-AI creative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Reddit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Promoted posts, conversation ads, Dynamic Product Ads, shopping listing ads (alpha)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DAUq 130.3M, WAUq 514.6M (Q2 2026)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Reddit Max automation; DPA revenue &gt;2x y/y; dual attribution beta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F6B"/>
                </a:solidFill>
              </a:defRPr>
            </a:pPr>
            <a:r>
              <a:t>Sources: company calls and releases Q2 2026; TikTok format names from model knowledge.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2B4C"/>
                </a:solidFill>
              </a:defRPr>
            </a:pPr>
            <a:r>
              <a:t>Financial comparison</a:t>
            </a:r>
          </a:p>
          <a:p>
            <a:pPr>
              <a:defRPr sz="1300">
                <a:solidFill>
                  <a:srgbClr val="555F6B"/>
                </a:solidFill>
              </a:defRPr>
            </a:pPr>
            <a:r>
              <a:t>USD millions; TTM = Q3 2025-Q2 2026 unless noted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920240"/>
                <a:gridCol w="1737360"/>
                <a:gridCol w="1828800"/>
                <a:gridCol w="1828800"/>
                <a:gridCol w="1737360"/>
              </a:tblGrid>
              <a:tr h="467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Reddit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ByteDance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Alphabet (Google ads)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Amazon (ads services)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Revenue / ad revenue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228,247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2,778.8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~186,000 (FY2025E)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315,346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~76,003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Growth % (TTM y/y)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27.7%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66.6%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~20.0% (FY2025E)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14.0%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24.1%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Latest quarter growth (Q2 2026)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28.0%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61.1%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n/d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14.4%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26.2%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Gross margin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81.7%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91.4%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n/d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n/d (segment)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n/d (segment)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R&amp;D % revenue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30.0%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n/d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n/d (segment)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n/d (segment)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S&amp;M %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23.0%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n/d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n/d (segment)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n/d (segment)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SG&amp;A % revenue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12.3%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33.2%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n/d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n/d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n/d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Market cap / 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~1,914,859 (2026-09-25)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30,770 (2026-10-12)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550,000 (Feb 2026 deal)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Parent-level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2222"/>
                          </a:solidFill>
                        </a:defRPr>
                      </a:pPr>
                      <a:r>
                        <a:t>Parent-level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F6B"/>
                </a:solidFill>
              </a:defRPr>
            </a:pPr>
            <a:r>
              <a:t>Meta, Reddit: 10-K FY2025 / 10-Q Q2 2026, TTM derived. Alphabet: Q3 2025 per storyboard18, Q4 2025 release, Q2 2026 10-Q. Amazon: rounded quarterly figures from press coverage. ByteDance: Sacra estimate; Reuters 2026-02-25 valuation. Market caps: Google Finance.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2B4C"/>
                </a:solidFill>
              </a:defRPr>
            </a:pPr>
            <a:r>
              <a:t>Growth and efficiency: Meta grows like a challenger at incumbent scale</a:t>
            </a:r>
          </a:p>
        </p:txBody>
      </p:sp>
      <p:pic>
        <p:nvPicPr>
          <p:cNvPr id="3" name="Picture 2" descr="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583680" cy="3703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371600"/>
            <a:ext cx="4663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42B4C"/>
                </a:solidFill>
              </a:defRPr>
            </a:pPr>
            <a:r>
              <a:t>Read-across</a:t>
            </a:r>
          </a:p>
          <a:p>
            <a:pPr>
              <a:spcAft>
                <a:spcPts val="600"/>
              </a:spcAft>
              <a:defRPr sz="1300" b="0">
                <a:solidFill>
                  <a:srgbClr val="222222"/>
                </a:solidFill>
              </a:defRPr>
            </a:pPr>
            <a:r>
              <a:t>Meta added ~USD 49B of TTM revenue y/y - more than Google advertising (~USD 39B) and Amazon ads (~USD 15B).</a:t>
            </a:r>
          </a:p>
          <a:p>
            <a:pPr>
              <a:spcAft>
                <a:spcPts val="600"/>
              </a:spcAft>
              <a:defRPr sz="1300" b="0">
                <a:solidFill>
                  <a:srgbClr val="222222"/>
                </a:solidFill>
              </a:defRPr>
            </a:pPr>
            <a:r>
              <a:t>Cost structure diverges: Meta spends 31.4% of revenue on R&amp;D but only 5.5% on S&amp;M - the product sells itself through self-serve auctions. Reddit spends 23.0% on S&amp;M to build its advertiser base.</a:t>
            </a:r>
          </a:p>
          <a:p>
            <a:pPr>
              <a:spcAft>
                <a:spcPts val="600"/>
              </a:spcAft>
              <a:defRPr sz="1300" b="0">
                <a:solidFill>
                  <a:srgbClr val="222222"/>
                </a:solidFill>
              </a:defRPr>
            </a:pPr>
            <a:r>
              <a:t>Reddit has the best gross margin (91.4%) but is ~1/80th of Meta's revenue.</a:t>
            </a:r>
          </a:p>
          <a:p>
            <a:pPr>
              <a:spcAft>
                <a:spcPts val="600"/>
              </a:spcAft>
              <a:defRPr sz="1300" b="0">
                <a:solidFill>
                  <a:srgbClr val="222222"/>
                </a:solidFill>
              </a:defRPr>
            </a:pPr>
            <a:r>
              <a:t>Meta's Q2 2026 operating income fell y/y (USD 18,775M vs 20,441M) as R&amp;D +67% and legal/severance charges hit.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F6B"/>
                </a:solidFill>
              </a:defRPr>
            </a:pPr>
            <a:r>
              <a:t>Growth basis differs: Meta and Reddit total revenue; Alphabet/Amazon ad lines; ByteDance FY2025 vs FY2024 estimate (Sacra).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2B4C"/>
                </a:solidFill>
              </a:defRPr>
            </a:pPr>
            <a:r>
              <a:t>AI's effect on ad targeting and measurement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11430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743200"/>
                <a:gridCol w="2194560"/>
                <a:gridCol w="2560320"/>
                <a:gridCol w="2743200"/>
              </a:tblGrid>
              <a:tr h="701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Targeting / ranking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Creative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Measurement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 effect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Generative Recommender (LLM-based); ranking gains: FB ad clicks +8.3%, conversions +15.7%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Advantage+ creative gen-AI; &gt;USD 75B Advantage+ run-rate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Modeled conversions, Conversions API; post-ATT signal loss largely rebuilt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Strongest beneficiary: price/ad +12% and impressions +14% in Q2 2026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Alphabet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AI Max broad-match + query expansion; PMax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Asset generation in PMax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Modeled attribution; Google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Defensive: AI Mode may cut clicks, offset by higher-value queries; Search &amp; other +16.8% in Q2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Amazon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Shopper signals + Ads Agent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Gen-AI image/video tools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Closed-loop sales attribution (AMC)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Structural measurement advantage; ad growth 26.2% in Q2 2026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ByteDance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Interest-graph recommender (best-in-class)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Symphony gen-AI avatars/video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Shop closed loop; US JV retrains algorithm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Strong, but US algorithm retraining is a wildcard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Reddit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Reddit Max automation; contextual from conversations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Dual attribution beta; third-party ROAS studies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22222"/>
                          </a:solidFill>
                        </a:defRPr>
                      </a:pPr>
                      <a:r>
                        <a:t>Gains from automation (Max revenue +150% q/q); risk from AI search reducing referral traffic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55321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22222"/>
                </a:solidFill>
              </a:defRPr>
            </a:pPr>
            <a:r>
              <a:t>Implication: AI shifts advantage from declared targeting to whoever owns the most first-party behaviour data plus the compute to model it - favouring Meta, Google and ByteDance; measurement edge shifts to closed-loop players (Amazon, TikTok Shop).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F6B"/>
                </a:solidFill>
              </a:defRPr>
            </a:pPr>
            <a:r>
              <a:t>Sources: Meta Q2 2026 call (nasdaq.com); digitalapplied.com on Alphabet Q2 2026; ecomcrew.com on Amazon Q2 2026; Reddit Q2 2026 call. Some product names from model knowledge.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2B4C"/>
                </a:solidFill>
              </a:defRPr>
            </a:pPr>
            <a:r>
              <a:t>Strategic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42B4C"/>
                </a:solidFill>
              </a:defRPr>
            </a:pPr>
            <a:r>
              <a:t>Where Meta wins</a:t>
            </a:r>
          </a:p>
          <a:p>
            <a:pPr>
              <a:spcAft>
                <a:spcPts val="600"/>
              </a:spcAft>
              <a:defRPr sz="1300" b="0">
                <a:solidFill>
                  <a:srgbClr val="222222"/>
                </a:solidFill>
              </a:defRPr>
            </a:pPr>
            <a:r>
              <a:t>Scale + AI flywheel: more engagement data -&gt; better ranking -&gt; higher ROAS -&gt; higher prices without losing volume.</a:t>
            </a:r>
          </a:p>
          <a:p>
            <a:pPr>
              <a:spcAft>
                <a:spcPts val="600"/>
              </a:spcAft>
              <a:defRPr sz="1300" b="0">
                <a:solidFill>
                  <a:srgbClr val="222222"/>
                </a:solidFill>
              </a:defRPr>
            </a:pPr>
            <a:r>
              <a:t>SMB self-serve depth and automation (Advantage+) lowers the cost of acquiring advertisers; S&amp;M only 5.5% of revenue.</a:t>
            </a:r>
          </a:p>
          <a:p>
            <a:pPr>
              <a:spcAft>
                <a:spcPts val="600"/>
              </a:spcAft>
              <a:defRPr sz="1300" b="0">
                <a:solidFill>
                  <a:srgbClr val="222222"/>
                </a:solidFill>
              </a:defRPr>
            </a:pPr>
            <a:r>
              <a:t>Untapped surfaces: WhatsApp business messaging, Threads, Meta AI assistant monetization.</a:t>
            </a:r>
          </a:p>
          <a:p>
            <a:pPr>
              <a:spcAft>
                <a:spcPts val="600"/>
              </a:spcAft>
              <a:defRPr sz="1400" b="1">
                <a:solidFill>
                  <a:srgbClr val="142B4C"/>
                </a:solidFill>
              </a:defRPr>
            </a:pPr>
            <a:r>
              <a:t>Where Meta is exposed</a:t>
            </a:r>
          </a:p>
          <a:p>
            <a:pPr>
              <a:spcAft>
                <a:spcPts val="600"/>
              </a:spcAft>
              <a:defRPr sz="1300" b="0">
                <a:solidFill>
                  <a:srgbClr val="222222"/>
                </a:solidFill>
              </a:defRPr>
            </a:pPr>
            <a:r>
              <a:t>Attention: TikTok remains the benchmark for short video; US JV closed 2026-01-22 removes the ban overhang that briefly helped Reels.</a:t>
            </a:r>
          </a:p>
          <a:p>
            <a:pPr>
              <a:spcAft>
                <a:spcPts val="600"/>
              </a:spcAft>
              <a:defRPr sz="1300" b="0">
                <a:solidFill>
                  <a:srgbClr val="222222"/>
                </a:solidFill>
              </a:defRPr>
            </a:pPr>
            <a:r>
              <a:t>Measurement: Amazon and TikTok Shop prove sales directly; Meta relies on modeled conversions.</a:t>
            </a:r>
          </a:p>
          <a:p>
            <a:pPr>
              <a:spcAft>
                <a:spcPts val="600"/>
              </a:spcAft>
              <a:defRPr sz="1300" b="0">
                <a:solidFill>
                  <a:srgbClr val="222222"/>
                </a:solidFill>
              </a:defRPr>
            </a:pPr>
            <a:r>
              <a:t>Cost: 2026 capex guidance USD 130-145B and expense guidance USD 165-169B - margin compression is the main debate.</a:t>
            </a:r>
          </a:p>
          <a:p>
            <a:pPr>
              <a:spcAft>
                <a:spcPts val="600"/>
              </a:spcAft>
              <a:defRPr sz="1300" b="0">
                <a:solidFill>
                  <a:srgbClr val="222222"/>
                </a:solidFill>
              </a:defRPr>
            </a:pPr>
            <a:r>
              <a:t>Regulation/legal: Q2 2026 USD 2.4B legal charge; EU less-personalised-ads remedies.</a:t>
            </a:r>
          </a:p>
          <a:p>
            <a:pPr>
              <a:spcAft>
                <a:spcPts val="600"/>
              </a:spcAft>
              <a:defRPr sz="1400" b="1">
                <a:solidFill>
                  <a:srgbClr val="142B4C"/>
                </a:solidFill>
              </a:defRPr>
            </a:pPr>
            <a:r>
              <a:t>Watch-list (next 2-4 quarters)</a:t>
            </a:r>
          </a:p>
          <a:p>
            <a:pPr>
              <a:spcAft>
                <a:spcPts val="600"/>
              </a:spcAft>
              <a:defRPr sz="1300" b="0">
                <a:solidFill>
                  <a:srgbClr val="222222"/>
                </a:solidFill>
              </a:defRPr>
            </a:pPr>
            <a:r>
              <a:t>Q3 2026 revenue vs USD 61-64B guide; price-per-ad vs impressions mix; Advantage+ share; TikTok US post-retraining performance; Google AI Mode ad load.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F6B"/>
                </a:solidFill>
              </a:defRPr>
            </a:pPr>
            <a:r>
              <a:t>Analyst synthesis based on the sources cited on prior slides.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2B4C"/>
                </a:solidFill>
              </a:defRPr>
            </a:pPr>
            <a:r>
              <a:t>Sources and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222222"/>
                </a:solidFill>
              </a:defRPr>
            </a:pPr>
            <a:r>
              <a:t>Meta 8-K Q4/FY2025 release (2026-01-28); Meta 10-Q Q2 2026 (sec.gov/.../meta-20260630.htm); Q2 2026 call highlights (nasdaq.com).</a:t>
            </a:r>
          </a:p>
          <a:p>
            <a:pPr>
              <a:spcAft>
                <a:spcPts val="600"/>
              </a:spcAft>
              <a:defRPr sz="1200" b="0">
                <a:solidFill>
                  <a:srgbClr val="222222"/>
                </a:solidFill>
              </a:defRPr>
            </a:pPr>
            <a:r>
              <a:t>Reddit Q4/FY2025 release (businesswire, 2026-02-05); Reddit Q2 2026 8-K release (2026-07-30); Q2 2026 call (webull.com).</a:t>
            </a:r>
          </a:p>
          <a:p>
            <a:pPr>
              <a:spcAft>
                <a:spcPts val="600"/>
              </a:spcAft>
              <a:defRPr sz="1200" b="0">
                <a:solidFill>
                  <a:srgbClr val="222222"/>
                </a:solidFill>
              </a:defRPr>
            </a:pPr>
            <a:r>
              <a:t>Alphabet 10-Q Q2 2026; Q4 2025 earnings release; Q3 2025 figures via storyboard18.com.</a:t>
            </a:r>
          </a:p>
          <a:p>
            <a:pPr>
              <a:spcAft>
                <a:spcPts val="600"/>
              </a:spcAft>
              <a:defRPr sz="1200" b="0">
                <a:solidFill>
                  <a:srgbClr val="222222"/>
                </a:solidFill>
              </a:defRPr>
            </a:pPr>
            <a:r>
              <a:t>Amazon advertising: ppc.land and ecomcrew.com (Q2 2026); storyboard18.com (Q3 2025). Q3 2024-Q2 2025 comparatives from model knowledge.</a:t>
            </a:r>
          </a:p>
          <a:p>
            <a:pPr>
              <a:spcAft>
                <a:spcPts val="600"/>
              </a:spcAft>
              <a:defRPr sz="1200" b="0">
                <a:solidFill>
                  <a:srgbClr val="222222"/>
                </a:solidFill>
              </a:defRPr>
            </a:pPr>
            <a:r>
              <a:t>ByteDance: Sacra (revenue estimates), Reuters via whbl.com 2026-02-25 (USD 550B valuation), augment.market 2026-06-23 (USD 600B secondary, gray-market quotes), eMarketer 2025-12-19 (TikTok US JV).</a:t>
            </a:r>
          </a:p>
          <a:p>
            <a:pPr>
              <a:spcAft>
                <a:spcPts val="600"/>
              </a:spcAft>
              <a:defRPr sz="1200" b="0">
                <a:solidFill>
                  <a:srgbClr val="222222"/>
                </a:solidFill>
              </a:defRPr>
            </a:pPr>
            <a:r>
              <a:t>Prices: Google Finance (META close 2026-09-25 snapshot; RDDT close 2026-10-12).</a:t>
            </a:r>
          </a:p>
          <a:p>
            <a:pPr>
              <a:spcAft>
                <a:spcPts val="600"/>
              </a:spcAft>
              <a:defRPr sz="1200" b="0">
                <a:solidFill>
                  <a:srgbClr val="222222"/>
                </a:solidFill>
              </a:defRPr>
            </a:pPr>
            <a:r>
              <a:t>Reddit H1 2024 revenue (USD 524.2M) and Meta H1 2024 revenue (USD 75,526M) used for prior-TTM growth are from model knowledge.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